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· 配置 · 使用指南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AI 助手框架 · 支持多模型 · 多频道 · 可扩展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虾仁 🦅 · 数字战略家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OpenClaw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是一个开源的 AI 智能助手网关框架。它连接 AI 模型和各种通讯渠道，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让你的 AI 助手能通过 WhatsApp、Telegram、Discord、微信等平台与你交互。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/ Google / DeepSeek 等 40+ 模型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468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2468880"/>
            <a:ext cx="73152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消息频道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Telegram / Discord / Signal / 微信等 20+ 渠道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468880"/>
            <a:ext cx="73152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系统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插件化扩展能力，按需安装功能模块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2468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2468880"/>
            <a:ext cx="73152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基于文件的持久记忆，跨会话保持上下文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安装方式概览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一键脚本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https://openclaw.ai/install.sh | bash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05840"/>
            <a:ext cx="1920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全局安装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openclaw@latest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1920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容器部署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openclaw/gateway:latest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19000:19000 openclaw/gateway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05840"/>
            <a:ext cx="1920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从源码构建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https://github.com/openclaw/openclaw.git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openclaw &amp;&amp; pnpm install &amp;&amp; pnpm build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系统要求: Node.js 24+（推荐）或 Node 22.14+ · macOS / Linux / Windows（WSL2 更稳定）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安装与验证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一键安装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https://openclaw.ai/install.sh | bash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运行配置向导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验证网关状态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打开控制面板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用户用 PowerShell: iwr -useb https://openclaw.ai/install.ps1 | iex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首次配置（Onboarding）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选择模型提供商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 API Key（Anthropic / OpenAI / Google / DeepSeek 等）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配置网关认证（Token 或配对码）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Agent 工作区（~/.openclaw/workspace）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配置文件 ~/.openclaw/openclaw.json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热加载：修改即生效（无需重启）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严格校验：未知字段 / 错误类型 → 拒绝启动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$include 拆分配置文件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 CLI 配置命令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get &lt;path&gt;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set &lt;path&gt; &lt;val&gt;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unset &lt;path&gt;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validate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连接聊天频道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 Telegram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 Bot → 获取 Token → 配置 channels.telegram.botToken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WhatsApp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Developer → Webhook → 配置 channels.whatsapp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 Discord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App → Bot Token → 配置 channels.discord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Signal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signal-cli → 配置 channels.signal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468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46888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 微信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WeCom 机器人 → Webhook → 配置 channels.wechat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468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468880"/>
            <a:ext cx="73152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飞书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飞书开放平台 → App → 配置 channels.feishu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dmPolicy: pairing（默认配对）| allowlist（白名单）| open（开放）| disabled（关闭）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技能系统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是 OpenClaw 的扩展模块，每个 Skill 包含一个 SKILL.md 指令文件和可选脚本。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安装后，Agent 会自动学会该技能的使用方式，直接在对话中调用。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40233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ClawHub 安装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skills install &lt;skill&gt;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skills update --all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也可从 GitHub 手动安装：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克隆仓库 → 复制到 ~/.agents/skills/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377440"/>
            <a:ext cx="40233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存放位置（优先级从高到低）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workspace/skills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.agents/skills（项目级）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~/.agents/skills（用户级）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~/.openclaw/skills（托管）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内置 Skills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长期记忆：持久化的事实、偏好、决策。每次 DM 会话开始时自动加载。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memory/YYYY-MM-DD.md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每日笔记：今日和昨日的记录自动加载，历史记录可通过搜索访问。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语义搜索：跨所有记忆文件的混合搜索（向量 + 关键词）。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40233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工作区核心文件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 ·  SOUL.md  ·  USER.md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IDENTITY.md  ·  TOOLS.md  ·  HEARTBEAT.md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40233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Commitments（承诺跟踪）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自动推断需要后续跟进的事项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Heartbeat 投递到主会话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 CLI 命令速查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网关管理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gateway status / restart / logs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配置管理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config get / set / unset / validate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配置向导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onboard / configure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聊天 TUI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chat（终端交互界面）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控制面板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dashboard（浏览器 UI）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频道列表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channels 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skills install &lt;name&gt; / update --all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系统诊断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doctor（检查并修复问题）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定时任务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cron list / add / remove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安全备份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openclaw backup create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自动化：定时任务与 Webhook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Cron 定时任务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一次性提醒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cron add \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--at "9:00" --text "开会"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周期性任务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--every "30m" --agent main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支持: at / every / cron 表达式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Webhook / Hooks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接收外部 HTTP 请求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 Agent 执行任务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邮件 → Agent 处理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Webhook → 自动回复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 HTTP 回调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💓 Heartbeat — 周期性检查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每隔指定时间唤醒 Agent 做例行检查（邮件 / 日历 / 天气）。配置: agents.defaults.heartbeat.every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配置模型提供商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/ Opus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/ Flash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/ R1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78308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本地模型（需部署）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78308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API 网关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配置示例：主模型 + 备用模型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2461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"agents":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"model":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"primary": "deepseek/deepseek-v4-flash",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"fallbacks": ["openai/gpt-4o"]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快速上手总结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一键脚本 / npm / Docker，5 分钟搞定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18872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onboard 交互式向导，或直接编辑 JSON 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18872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 Telegram / WhatsApp / Discord 等 20+ 平台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28600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ClawHub 安装扩展，按需添加功能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28600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118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定时 + Webhook 回调 + Heartbeat 周期性检查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4688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文件式持久记忆，跨会话保持上下文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遇到问题先跑 openclaw doctor | 配置热加载，改完立即生效 | 数据备份用 openclaw backup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文档与资源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ClawHub（Skills 市场）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社区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虾仁 🦅 · 数字战略家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安装、配置与使用指南</dc:title>
  <dc:subject>开源 AI 助手框架入门</dc:subject>
  <dc:creator>虾仁</dc:creator>
  <cp:lastModifiedBy>虾仁</cp:lastModifiedBy>
  <cp:revision>1</cp:revision>
  <dcterms:created xsi:type="dcterms:W3CDTF">2026-05-16T09:36:42Z</dcterms:created>
  <dcterms:modified xsi:type="dcterms:W3CDTF">2026-05-16T09:36:42Z</dcterms:modified>
</cp:coreProperties>
</file>