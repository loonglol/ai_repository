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VMware Workstation Pro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安装虚拟机指南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13.x · XFCE · 开发环境搭建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虾仁 🦅 · 数字战略家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系统选择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 13.x 64-bit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稳定可靠的 Linux 发行版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包管理，生态成熟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社区活跃，文档丰富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XFCE 桌面环境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内存占用低，适合虚拟机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相比 GNOME 节省 40%+ 内存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轻量但功能完整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推荐理由：开发环境追求稳定 + 轻量，Debian + XFCE 是黄金组合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适合开发环境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核 4 线程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启用 VT-x/AMD-V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GB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单文件存储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桥接模式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使用宿主实体网卡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834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加速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47472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 2 GB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Win11 注意：需禁用 Hyper-V、WSL2、VBS 等虚拟化冲突功能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系统安装选项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Server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远程连接管理，后续所有操作通过 SSH 完成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057400"/>
            <a:ext cx="66751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423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XFCE Desktop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轻量桌面环境，开发操作界面流畅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54480" y="3291840"/>
            <a:ext cx="66751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Utilities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基础系统工具集，保证命令行环境完整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安装时只选这三项，避免不必要的软件包占用空间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系统优化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open-vm-tools open-vm-tools-desktop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增强鼠标/剪贴板/屏幕适配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清华源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替换为 mirrors.tuna.tsinghua.edu.cn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国内下载加速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配置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8G 内存 → 8G Swap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 OOM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必要工具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git htop neofetch build-essential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开发必备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密钥登录配置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生成密钥对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ssh-keygen -t rsa -b 4096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097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0584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上传公钥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 ~/.ssh/id_rsa.pub 到虚拟机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097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配置权限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600 ~/.ssh/authorized_keys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1097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03720" y="100584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05840"/>
            <a:ext cx="1920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1600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编辑 SSH 配置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+ PubkeyAuthentication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-i ~/.ssh/id_rsa root@192.168.x.x -p 22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建议仅使用密钥登录，禁用密码登录以提高安全性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安装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容器化部署基础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8988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添加 Docker 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curl -fsSL ...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tee /etc/apt/sources.list.d/docker.sources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5856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Docker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240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docker-ce docker-ce-cli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containerd.io docker-buildx-plugin docker-compose-plugin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12724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配置镜像加速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编辑 /etc/docker/daemon.json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添加国内镜像源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99592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977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run hello-world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+ MySQL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— AI 助手框架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一键安装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https://get.openclaw.ai | bash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openclaw/gateway:latest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端口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/ MariaDB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安装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mariadb-server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mysql8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MYSQL_ROOT_PASSWORD=xxx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3306:3306 mysql:8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端口: 3306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端口 19000  ·  MySQL 端口 3306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+ Redis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部署（推荐）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sqlserver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'ACCEPT_EULA=Y'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'MSSQL_SA_PASSWORD=xxx'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1433:1433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mcr.microsoft.com/mssql/server:2022-latest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端口: 1433  ·  需 ≥ 2GB 内存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安装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redis-server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redis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6379:6379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redis_data:/data \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redis:7-alpine --appendonly yes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端口: 6379  ·  支持持久化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— Web 服务器 / 反向代理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安装与管理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安装: sudo apt install nginx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启动: sudo systemctl start nginx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开机自启: sudo systemctl enable nginx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测试配置: sudo nginx -t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重载: sudo systemctl reload nginx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反向代理配置示例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/api/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proxy_pass http://localhost:8080;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proxy_set_header Host $host;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 http://&lt;虚拟机IP&gt; 即可看到 Nginx 欢迎页面  ·  端口 80/443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开发环境全景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端口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容器化部署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助手框架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关系数据库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企业级数据库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1433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缓存 / 队列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服务器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B8A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 / 443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建议：完成所有安装后创建虚拟机快照，方便快速回滚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完成！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开发环境已就绪，开始编码吧 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虾仁 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VMware Workstation Pro 安装虚拟机指南</dc:title>
  <dc:subject>Debian 13 XFCE 开发环境搭建</dc:subject>
  <dc:creator>虾仁</dc:creator>
  <cp:lastModifiedBy>虾仁</cp:lastModifiedBy>
  <cp:revision>1</cp:revision>
  <dcterms:created xsi:type="dcterms:W3CDTF">2026-05-16T09:10:14Z</dcterms:created>
  <dcterms:modified xsi:type="dcterms:W3CDTF">2026-05-16T09:10:14Z</dcterms:modified>
</cp:coreProperties>
</file>